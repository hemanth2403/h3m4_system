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H3M4 Ecosystem: Collaborative Cybersecurity Framework for FinTech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 - Mid Semester Review</a:t>
            </a:r>
          </a:p>
          <a:p/>
          <a:p>
            <a:r>
              <a:t>Submitted to:</a:t>
            </a:r>
          </a:p>
          <a:p>
            <a:r>
              <a:t>School of Cyber Security &amp; Digital Forensics,</a:t>
            </a:r>
          </a:p>
          <a:p>
            <a:r>
              <a:t>National Forensic Sciences University</a:t>
            </a:r>
          </a:p>
          <a:p/>
          <a:p>
            <a:r>
              <a:t>Name: M Hemanth naik</a:t>
            </a:r>
          </a:p>
          <a:p>
            <a:r>
              <a:t>Enrollment: 012200300004042</a:t>
            </a:r>
          </a:p>
          <a:p>
            <a:r>
              <a:t>Course: BTECH MTECH CS(CYBERSECURITY)</a:t>
            </a:r>
          </a:p>
          <a:p/>
          <a:p>
            <a:r>
              <a:t>Guide: Dr. Ramya Shah,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Abstract</a:t>
            </a:r>
          </a:p>
          <a:p>
            <a:r>
              <a:t>• Literature Review (LR)</a:t>
            </a:r>
          </a:p>
          <a:p>
            <a:r>
              <a:t>• Motivation</a:t>
            </a:r>
          </a:p>
          <a:p>
            <a:r>
              <a:t>• Problem Statement</a:t>
            </a:r>
          </a:p>
          <a:p>
            <a:r>
              <a:t>• Project Objectives</a:t>
            </a:r>
          </a:p>
          <a:p>
            <a:r>
              <a:t>• Approach &amp; Methodology</a:t>
            </a:r>
          </a:p>
          <a:p>
            <a:r>
              <a:t>• Implementation &amp; Tools</a:t>
            </a:r>
          </a:p>
          <a:p>
            <a:r>
              <a:t>• Project Architecture (Graphical)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H3M4 is a collaborative cybersecurity framework designed to bridge the trust gap between Security Researchers, Financial Enterprises, and Law Enforcement.</a:t>
            </a:r>
          </a:p>
          <a:p>
            <a:pPr algn="just"/>
            <a:r>
              <a:t>Key features include a live 'Global Signal Graph' for threat visualization, a specialized 'Breach Bot' for PII leak discovery, and an automated Intelligence-to-Enforcement pipeline.</a:t>
            </a:r>
          </a:p>
          <a:p>
            <a:pPr algn="just"/>
            <a:r>
              <a:t>The system ensures immutable evidence handling and sector-wide 'herd immunity' against sophisticated cyber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• AI-Driven Threats (2023): Research shows 11 central threats requiring 24/7 SIEM monitoring.</a:t>
            </a:r>
          </a:p>
          <a:p>
            <a:pPr algn="just"/>
            <a:r>
              <a:t>• Rising Incident Volume (2024): 53% surge in FinTech attacks; AI/ML is crucial for real-time detection.</a:t>
            </a:r>
          </a:p>
          <a:p>
            <a:pPr algn="just"/>
            <a:r>
              <a:t>• Strategic Intelligence (2025): 91% of security leaders are moving towards intelligence-guided investments.</a:t>
            </a:r>
          </a:p>
          <a:p>
            <a:pPr algn="just"/>
            <a:r>
              <a:t>• LLMs in SecOps: Large Language Models are automating the parsing of dark web forum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• Black Box Defense: Traditional SIEMs lack cross-sector transparency, making it hard to stop widespread campaigns.</a:t>
            </a:r>
          </a:p>
          <a:p>
            <a:pPr algn="just"/>
            <a:r>
              <a:t>• Operational Overhead: Moving to Zero-Trust or DORA-compliant models involves high technical debt.</a:t>
            </a:r>
          </a:p>
          <a:p>
            <a:pPr algn="just"/>
            <a:r>
              <a:t>• Translation Silos: Technical indicators (IOCs) are often too complex for business stakeholders to act upon.</a:t>
            </a:r>
          </a:p>
          <a:p>
            <a:pPr algn="just"/>
            <a:r>
              <a:t>• AI Hallucinations: Over-reliance on LLMs for hacker attribution requires human-in-the-loop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• The 53% Incident Spike: Real-world reports of surging attacks in the financial sector.</a:t>
            </a:r>
          </a:p>
          <a:p>
            <a:pPr algn="just"/>
            <a:r>
              <a:t>• The 'Hacker-to-Justice' Gap: No secure bridge for ethical hackers to report directly to Law Enforcement.</a:t>
            </a:r>
          </a:p>
          <a:p>
            <a:pPr algn="just"/>
            <a:r>
              <a:t>• Data Silos: Need for a 'Federated Defense' where one bank's breach detection becomes every bank's protection.</a:t>
            </a:r>
          </a:p>
          <a:p>
            <a:pPr algn="just"/>
            <a:r>
              <a:t>• Cyber-Forensics Efficiency: Reducing the time taken to generate court-admissible evidence from months to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Critical Project Question: 'How can we create a trust-based ecosystem where rivals (banks) and external actors (researchers) collaborate to defeat shared cyber threats?'</a:t>
            </a:r>
          </a:p>
          <a:p>
            <a:pPr algn="just"/>
            <a:r>
              <a:t>Identified Limitations in Current Systems:</a:t>
            </a:r>
          </a:p>
          <a:p>
            <a:pPr algn="just"/>
            <a:r>
              <a:t>  - High Reputation Risk for banks reporting breaches anonymously.</a:t>
            </a:r>
          </a:p>
          <a:p>
            <a:pPr algn="just"/>
            <a:r>
              <a:t>  - Lack of integration between Researcher research and Police FIRs.</a:t>
            </a:r>
          </a:p>
          <a:p>
            <a:pPr algn="just"/>
            <a:r>
              <a:t>  - Massive growth of PII leaks in Telegram/Dark Web without scalable traceability.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1. Develop Multi-Role Hub: Create specialized workspaces for Researchers (Sources), Enterprises (Sensors), and Police (Enforcers).</a:t>
            </a:r>
          </a:p>
          <a:p>
            <a:pPr algn="just"/>
            <a:r>
              <a:t>2. Build Global Threat Graph: Implement real-time visualization of Actors, Vectors, and Targets using graph-based rendering.</a:t>
            </a:r>
          </a:p>
          <a:p>
            <a:pPr algn="just"/>
            <a:r>
              <a:t>3. Automate Forensic Alignment: Enabling instant attachment of verified technical intelligence to legal case files (FIRs).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• Role-Based Access Control (RBAC): Ensuring strict boundary separation and data privacy.</a:t>
            </a:r>
          </a:p>
          <a:p>
            <a:pPr algn="just"/>
            <a:r>
              <a:t>• Zero-Knowledge Principles: Allowing enterprises to share attack signatures without exposing user PII.</a:t>
            </a:r>
          </a:p>
          <a:p>
            <a:pPr algn="just"/>
            <a:r>
              <a:t>• Reactive &amp; Proactive Hybrid: Combining live SIEM log analysis (Reactive) with vulnerability research (Proactive).</a:t>
            </a:r>
          </a:p>
          <a:p>
            <a:pPr algn="just"/>
            <a:r>
              <a:t>• Immutable Chain of Custody: Ensuring all evidence sharing is cryptographically logged.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just"/>
            <a:r>
              <a:t>• Frontend: React.js, TypeScript, Tailwind CSS, Framer Motion.</a:t>
            </a:r>
          </a:p>
          <a:p>
            <a:pPr algn="just"/>
            <a:r>
              <a:t>• Backend: Node.js, Express, Passport.js, React Query.</a:t>
            </a:r>
          </a:p>
          <a:p>
            <a:pPr algn="just"/>
            <a:r>
              <a:t>• Analysis: Wazuh/SIEM Integration, 'Breach Bot' Python wrappers.</a:t>
            </a:r>
          </a:p>
          <a:p>
            <a:pPr algn="just"/>
            <a:r>
              <a:t>• Data Layer: Database simulation for high-performance demonstration.</a:t>
            </a:r>
          </a:p>
          <a:p>
            <a:pPr algn="just"/>
            <a:r>
              <a:t>• Lab Setup: Multi-node development environment for cross-role simulation.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Architecture: Collaborative Ecosystem Cycle</a:t>
            </a:r>
          </a:p>
        </p:txBody>
      </p:sp>
      <p:sp>
        <p:nvSpPr>
          <p:cNvPr id="3" name="Octagon 2"/>
          <p:cNvSpPr/>
          <p:nvPr/>
        </p:nvSpPr>
        <p:spPr>
          <a:xfrm>
            <a:off x="3657600" y="1371600"/>
            <a:ext cx="1828800" cy="731520"/>
          </a:xfrm>
          <a:prstGeom prst="octagon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Researcher</a:t>
            </a:r>
          </a:p>
          <a:p>
            <a:r>
              <a:t>(Intelligence Source)</a:t>
            </a:r>
          </a:p>
        </p:txBody>
      </p:sp>
      <p:sp>
        <p:nvSpPr>
          <p:cNvPr id="4" name="Octagon 3"/>
          <p:cNvSpPr/>
          <p:nvPr/>
        </p:nvSpPr>
        <p:spPr>
          <a:xfrm>
            <a:off x="3657600" y="2743200"/>
            <a:ext cx="1828800" cy="731520"/>
          </a:xfrm>
          <a:prstGeom prst="octagon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System Admin</a:t>
            </a:r>
          </a:p>
          <a:p>
            <a:r>
              <a:t>(Validator/Governor)</a:t>
            </a:r>
          </a:p>
        </p:txBody>
      </p:sp>
      <p:sp>
        <p:nvSpPr>
          <p:cNvPr id="5" name="Octagon 4"/>
          <p:cNvSpPr/>
          <p:nvPr/>
        </p:nvSpPr>
        <p:spPr>
          <a:xfrm>
            <a:off x="1371600" y="4114800"/>
            <a:ext cx="1828800" cy="731520"/>
          </a:xfrm>
          <a:prstGeom prst="octagon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Enterprise Node</a:t>
            </a:r>
          </a:p>
          <a:p>
            <a:r>
              <a:t>(Defender)</a:t>
            </a:r>
          </a:p>
        </p:txBody>
      </p:sp>
      <p:sp>
        <p:nvSpPr>
          <p:cNvPr id="6" name="Octagon 5"/>
          <p:cNvSpPr/>
          <p:nvPr/>
        </p:nvSpPr>
        <p:spPr>
          <a:xfrm>
            <a:off x="5943600" y="4114800"/>
            <a:ext cx="1828800" cy="731520"/>
          </a:xfrm>
          <a:prstGeom prst="octagon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Police Command</a:t>
            </a:r>
          </a:p>
          <a:p>
            <a:r>
              <a:t>(Enforcer)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103120"/>
            <a:ext cx="0" cy="6400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286000" y="3474720"/>
            <a:ext cx="1828800" cy="6400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3474720"/>
            <a:ext cx="1828800" cy="6400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4480560"/>
            <a:ext cx="27432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Suggestions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