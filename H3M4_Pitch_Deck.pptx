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H3M4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Collaborative Cybersecurity Framework for FinTech</a:t>
            </a:r>
          </a:p>
          <a:p/>
          <a:p>
            <a:r>
              <a:t>Pitch Deck</a:t>
            </a:r>
          </a:p>
          <a:p>
            <a:r>
              <a:t>M Hemanth Naik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• Fragmented Defense: Financial institutions fight cyber threats in extreme isolation.</a:t>
            </a:r>
          </a:p>
          <a:p>
            <a:pPr algn="l"/>
            <a:r>
              <a:t>• Asymmetric Warfare: Attackers share exploits globally, while defenders hide breaches due to reputation risk.</a:t>
            </a:r>
          </a:p>
          <a:p>
            <a:pPr algn="l"/>
            <a:r>
              <a:t>• Slow Forensics: Converting an attack log into actionable legal evidence takes months.</a:t>
            </a:r>
          </a:p>
          <a:p>
            <a:pPr algn="l"/>
            <a:r>
              <a:t>• High Cost of Breaches: Continual ransomware and PII leaks cause billion-dollar losses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H3M4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A secure, federated hub bridging Enterprises, Independent Researchers, and Law Enforcement.</a:t>
            </a:r>
          </a:p>
          <a:p>
            <a:pPr algn="l"/>
            <a:r>
              <a:t>• Herd Immunity: One bank's localized breach detection instantly protects the entire network.</a:t>
            </a:r>
          </a:p>
          <a:p>
            <a:pPr algn="l"/>
            <a:r>
              <a:t>• Zero-Knowledge Intel: Enterprises can anonymize and share threat signatures safely.</a:t>
            </a:r>
          </a:p>
          <a:p>
            <a:pPr algn="l"/>
            <a:r>
              <a:t>• Actionable Forensics: Automated tools to wrap technical IOCs into court-ready FIRs.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1. Sense (Enterprises): SIEM integrations detect anomalies &amp; share IOCs.</a:t>
            </a:r>
          </a:p>
          <a:p>
            <a:pPr algn="l"/>
            <a:r>
              <a:t>2. Discover (Researchers): Bounty hunters provide pro-active dark web intelligence.</a:t>
            </a:r>
          </a:p>
          <a:p>
            <a:pPr algn="l"/>
            <a:r>
              <a:t>3. Validate (System): Automated 'Breach Bots' and reputation scoring vet the data.</a:t>
            </a:r>
          </a:p>
          <a:p>
            <a:pPr algn="l"/>
            <a:r>
              <a:t>4. Enforce (Police): Validated threats are packaged for immediate legal takedown.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• Global Threat Graph: Real-time visual tracking of threat actors across the financial sector.</a:t>
            </a:r>
          </a:p>
          <a:p>
            <a:pPr algn="l"/>
            <a:r>
              <a:t>• Neural Query Console: AI-driven conversational intelligence for threat hunting.</a:t>
            </a:r>
          </a:p>
          <a:p>
            <a:pPr algn="l"/>
            <a:r>
              <a:t>• Automated Triage &amp; Scoring: Instantly separating critical vulnerabilities from noise.</a:t>
            </a:r>
          </a:p>
          <a:p>
            <a:pPr algn="l"/>
            <a:r>
              <a:t>• Cryptographic Chain-of-Custody: Ensuring all cyber evidence remains legally admissible.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• Target Market: Global FinTech, Banking, and Government Law Enforcement.</a:t>
            </a:r>
          </a:p>
          <a:p>
            <a:pPr algn="l"/>
            <a:r>
              <a:t>• The Gap: Current Threat Intel Platforms (TIPs) are B2B only and exclude law enforcement &amp; public researchers.</a:t>
            </a:r>
          </a:p>
          <a:p>
            <a:pPr algn="l"/>
            <a:r>
              <a:t>• Urgency: 53% YoY surge in specialized FinTech cyberattacks and new regulatory pressures (e.g., DORA compliance).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• B2B SaaS for Enterprises: Tiered subscriptions based on log ingestion limits and early-warning alerts.</a:t>
            </a:r>
          </a:p>
          <a:p>
            <a:pPr algn="l"/>
            <a:r>
              <a:t>• Government Defense Contracts: Delivering the overarching intelligence feed to National Cyber Agencies.</a:t>
            </a:r>
          </a:p>
          <a:p>
            <a:pPr algn="l"/>
            <a:r>
              <a:t>• Bug Bounty Commission: Percentage fee on payouts routed to Independent Researchers.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• Traditional SIEMs (Splunk, Sentinel): Reactive &amp; Isolated.</a:t>
            </a:r>
          </a:p>
          <a:p>
            <a:pPr algn="l"/>
            <a:r>
              <a:t>• Threat Feeds (Crowdstrike, Mandiant): Expensive &amp; Proprietary.</a:t>
            </a:r>
          </a:p>
          <a:p>
            <a:pPr algn="l"/>
            <a:r>
              <a:t>• Bug Bounties (HackerOne): Don't interface with active Enterprise defense networks.</a:t>
            </a:r>
          </a:p>
          <a:p>
            <a:pPr algn="l"/>
            <a:r>
              <a:t>• H3M4 combines all three: Proactive intelligence + Reactive defense + Direct Legal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• Q1: Core architecture complete (Multi-tenant, Role Based Access).</a:t>
            </a:r>
          </a:p>
          <a:p>
            <a:pPr algn="l"/>
            <a:r>
              <a:t>• Q2: Pilot deployment with simulated Enterprise nodes and Police Dashboard.</a:t>
            </a:r>
          </a:p>
          <a:p>
            <a:pPr algn="l"/>
            <a:r>
              <a:t>• Q3 Goal: Integrate live Wazuh/SIEM feeds &amp; onboard beta FinTech partners.</a:t>
            </a:r>
          </a:p>
          <a:p>
            <a:pPr algn="l"/>
            <a:r>
              <a:t>• Q4 Goal: Launch production 'Breach Bot' pipeline for active legal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Collaborative Flow</a:t>
            </a:r>
          </a:p>
        </p:txBody>
      </p:sp>
      <p:sp>
        <p:nvSpPr>
          <p:cNvPr id="3" name="Octagon 2"/>
          <p:cNvSpPr/>
          <p:nvPr/>
        </p:nvSpPr>
        <p:spPr>
          <a:xfrm>
            <a:off x="1828800" y="1828800"/>
            <a:ext cx="1828800" cy="731520"/>
          </a:xfrm>
          <a:prstGeom prst="octagon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Researchers</a:t>
            </a:r>
          </a:p>
          <a:p>
            <a:r>
              <a:t>(Offense Intel)</a:t>
            </a:r>
          </a:p>
        </p:txBody>
      </p:sp>
      <p:sp>
        <p:nvSpPr>
          <p:cNvPr id="4" name="Octagon 3"/>
          <p:cNvSpPr/>
          <p:nvPr/>
        </p:nvSpPr>
        <p:spPr>
          <a:xfrm>
            <a:off x="1828800" y="3657600"/>
            <a:ext cx="1828800" cy="731520"/>
          </a:xfrm>
          <a:prstGeom prst="octagon">
            <a:avLst/>
          </a:prstGeom>
          <a:solidFill>
            <a:srgbClr val="00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Enterprises</a:t>
            </a:r>
          </a:p>
          <a:p>
            <a:r>
              <a:t>(Defense Logs)</a:t>
            </a:r>
          </a:p>
        </p:txBody>
      </p:sp>
      <p:sp>
        <p:nvSpPr>
          <p:cNvPr id="5" name="Octagon 4"/>
          <p:cNvSpPr/>
          <p:nvPr/>
        </p:nvSpPr>
        <p:spPr>
          <a:xfrm>
            <a:off x="4572000" y="2743200"/>
            <a:ext cx="1828800" cy="731520"/>
          </a:xfrm>
          <a:prstGeom prst="octagon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H3M4 Core</a:t>
            </a:r>
          </a:p>
          <a:p>
            <a:r>
              <a:t>(Validation)</a:t>
            </a:r>
          </a:p>
        </p:txBody>
      </p:sp>
      <p:sp>
        <p:nvSpPr>
          <p:cNvPr id="6" name="Octagon 5"/>
          <p:cNvSpPr/>
          <p:nvPr/>
        </p:nvSpPr>
        <p:spPr>
          <a:xfrm>
            <a:off x="7315200" y="2743200"/>
            <a:ext cx="1828800" cy="731520"/>
          </a:xfrm>
          <a:prstGeom prst="octagon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Police</a:t>
            </a:r>
          </a:p>
          <a:p>
            <a:r>
              <a:t>(Enforcement)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219456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657600" y="310896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3108960"/>
            <a:ext cx="91440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t>• Looking for Strategic Partnerships with Forward-thinking Financial Institutions.</a:t>
            </a:r>
          </a:p>
          <a:p>
            <a:pPr algn="l"/>
            <a:r>
              <a:t>• Seeking Pilot engagements with Regional Cybercrime Cells.</a:t>
            </a:r>
          </a:p>
          <a:p>
            <a:pPr algn="l"/>
            <a:r>
              <a:t>• Target: Seed Funding ($X Million) to scale infrastructure and go-to-market efforts.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Join the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Contact: M Hemanth Naik</a:t>
            </a:r>
          </a:p>
          <a:p>
            <a:r>
              <a:t>Email: [Insert Email]</a:t>
            </a:r>
          </a:p>
          <a:p>
            <a:r>
              <a:t>Let's Build the Future of Federated FinTech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